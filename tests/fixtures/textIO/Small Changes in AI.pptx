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5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1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0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4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7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6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1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9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0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1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23652-438A-2D4C-9C49-19FE250A36F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B49ED-176B-974D-938B-A05DC6AA7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3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unesdoc.unesco.org/ark:/48223/pf000039452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Small Changes in AI Models Can Produce Big Energy Savings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4BBC885-29AD-23BE-4312-9A1C9DADF4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873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0" y="1443841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Small changes in the large language models (LLMs) at the heart of AI applications can result in substantial energy savings, according to a report released by the United Nations Educational, Scientific and Cultural Organization (UNESCO) on Monday.</a:t>
            </a:r>
          </a:p>
          <a:p>
            <a:r>
              <a:rPr lang="en-US" altLang="zh-TW" dirty="0"/>
              <a:t>The 35-page </a:t>
            </a:r>
            <a:r>
              <a:rPr lang="en-US" altLang="zh-TW" dirty="0">
                <a:hlinkClick r:id="rId2"/>
              </a:rPr>
              <a:t>report</a:t>
            </a:r>
            <a:r>
              <a:rPr lang="en-US" altLang="zh-TW" dirty="0"/>
              <a:t> titled “Smarter, smaller, stronger: resource-efficient generative AI &amp; the future of digital transformation” outlines three ways AI developers and users can reduce the power gluttony of the technology.</a:t>
            </a:r>
          </a:p>
        </p:txBody>
      </p:sp>
    </p:spTree>
    <p:extLst>
      <p:ext uri="{BB962C8B-B14F-4D97-AF65-F5344CB8AC3E}">
        <p14:creationId xmlns:p14="http://schemas.microsoft.com/office/powerpoint/2010/main" val="343366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9449" y="1305342"/>
            <a:ext cx="601855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/>
              <a:t>1. Use smaller models.</a:t>
            </a:r>
          </a:p>
          <a:p>
            <a:r>
              <a:rPr lang="en-US" altLang="zh-TW" dirty="0"/>
              <a:t>Smaller models are just as smart and accurate as large ones, according to the report. Small models tailored to specific tasks can cut energy use by up to 90%, the report maintained.</a:t>
            </a:r>
          </a:p>
          <a:p>
            <a:r>
              <a:rPr lang="en-US" altLang="zh-TW" dirty="0"/>
              <a:t>Currently, users rely on large, general-purpose models for all their needs, it explained. Research shows that using smaller models tailored to specific tasks — like translation or summarization — can cut energy use significantly without losing performance. It’s a smarter, more cost- and resource-efficient approach, it continued, matching the right model to the right job, rather than relying on one large, all-purpose system for everything.</a:t>
            </a:r>
          </a:p>
          <a:p>
            <a:r>
              <a:rPr lang="en-US" altLang="zh-TW" dirty="0"/>
              <a:t>What’s more, energy-efficient, small models are more accessible in low-resource environments with limited connectivity, offer faster response times, and are more cost-effective.</a:t>
            </a:r>
          </a:p>
        </p:txBody>
      </p:sp>
    </p:spTree>
    <p:extLst>
      <p:ext uri="{BB962C8B-B14F-4D97-AF65-F5344CB8AC3E}">
        <p14:creationId xmlns:p14="http://schemas.microsoft.com/office/powerpoint/2010/main" val="301840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236</Words>
  <Application>Microsoft Office PowerPoint</Application>
  <PresentationFormat>如螢幕大小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Small Changes in AI Models Can Produce Big Energy Savings</vt:lpstr>
      <vt:lpstr>PowerPoint 簡報</vt:lpstr>
      <vt:lpstr>PowerPoint 簡報</vt:lpstr>
    </vt:vector>
  </TitlesOfParts>
  <Company>Datascope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love PowerPoint. A lot.</dc:title>
  <dc:creator>Dean Malmgren</dc:creator>
  <cp:lastModifiedBy>劉 律奇</cp:lastModifiedBy>
  <cp:revision>2</cp:revision>
  <dcterms:created xsi:type="dcterms:W3CDTF">2014-07-04T10:33:11Z</dcterms:created>
  <dcterms:modified xsi:type="dcterms:W3CDTF">2025-08-01T03:28:45Z</dcterms:modified>
</cp:coreProperties>
</file>